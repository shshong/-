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695" cy="6858000"/>
  <p:notesSz cx="6858000" cy="12191695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image" Target="../media/image4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image" Target="../media/image6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image" Target="../media/image8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image" Target="../media/image9.png"  /><Relationship Id="rId2" Type="http://schemas.openxmlformats.org/officeDocument/2006/relationships/hyperlink" Target="https://gamma.app/?utm_source=made-with-gamma" TargetMode="External" /><Relationship Id="rId3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10.png"  /><Relationship Id="rId2" Type="http://schemas.openxmlformats.org/officeDocument/2006/relationships/image" Target="../media/image11.png"  /><Relationship Id="rId3" Type="http://schemas.openxmlformats.org/officeDocument/2006/relationships/slideLayout" Target="../slideLayouts/slideLayout3.xml"  /><Relationship Id="rId4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12.png"  /><Relationship Id="rId2" Type="http://schemas.openxmlformats.org/officeDocument/2006/relationships/image" Target="../media/image13.png"  /><Relationship Id="rId3" Type="http://schemas.openxmlformats.org/officeDocument/2006/relationships/slideLayout" Target="../slideLayouts/slideLayout4.xml"  /><Relationship Id="rId4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14.png"  /><Relationship Id="rId2" Type="http://schemas.openxmlformats.org/officeDocument/2006/relationships/slideLayout" Target="../slideLayouts/slideLayout5.xml"  /><Relationship Id="rId3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15.png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slideLayout" Target="../slideLayouts/slideLayout6.xml"  /><Relationship Id="rId6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19.png"  /><Relationship Id="rId2" Type="http://schemas.openxmlformats.org/officeDocument/2006/relationships/slideLayout" Target="../slideLayouts/slideLayout7.xml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20.png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Relationship Id="rId4" Type="http://schemas.openxmlformats.org/officeDocument/2006/relationships/slideLayout" Target="../slideLayouts/slideLayout8.xml"  /><Relationship Id="rId5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9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0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3184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학교 공지 알림 봇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5185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전자공학기초실험 팀 프로젝트 G조</a:t>
            </a:r>
            <a:endParaRPr lang="ko-KR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66902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김현규 20232916</a:t>
            </a:r>
            <a:endParaRPr lang="ko-KR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송성협 20231518</a:t>
            </a:r>
            <a:endParaRPr lang="ko-KR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이현민 20231530</a:t>
            </a:r>
            <a:endParaRPr lang="ko-KR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전승혁 20232098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454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구현 기능 요약</a:t>
            </a:r>
            <a:endParaRPr lang="ko-KR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904" y="1741289"/>
            <a:ext cx="3041971" cy="3588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41963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1. 입력</a:t>
            </a:r>
            <a:endParaRPr lang="ko-KR" sz="2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812" y="1741289"/>
            <a:ext cx="4410659" cy="23746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25812" y="4328517"/>
            <a:ext cx="441065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3700"/>
              </a:spcAft>
              <a:buNone/>
            </a:pP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7125812" y="5292427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2. 데이터 수집</a:t>
            </a:r>
            <a:endParaRPr lang="ko-KR" sz="2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573"/>
            <a:ext cx="363379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구현 기능 요약</a:t>
            </a:r>
            <a:endParaRPr lang="ko-KR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09998"/>
            <a:ext cx="4199924" cy="821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67062"/>
            <a:ext cx="5249930" cy="3156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2550"/>
              </a:spcAft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5644455"/>
            <a:ext cx="363379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3. 데이터 처리</a:t>
            </a:r>
            <a:endParaRPr lang="ko-KR" sz="2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40" y="1409998"/>
            <a:ext cx="3317792" cy="39063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640" y="5452368"/>
            <a:ext cx="3633796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50" b="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4. 데이터 수집</a:t>
            </a:r>
            <a:endParaRPr lang="ko-KR" sz="2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8952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업데이트 소개</a:t>
            </a:r>
            <a:endParaRPr lang="ko-KR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텔레그램 봇의 기능성을 확장하고 사용자 경험을 향상시키기 위한 업데이트를 소개합니다.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387872"/>
            <a:ext cx="686963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SSU-PATH 공지사항 검색 기능</a:t>
            </a:r>
            <a:endParaRPr lang="ko-KR" sz="3700" dirty="0"/>
          </a:p>
        </p:txBody>
      </p:sp>
      <p:sp>
        <p:nvSpPr>
          <p:cNvPr id="5" name="Shape 1"/>
          <p:cNvSpPr/>
          <p:nvPr/>
        </p:nvSpPr>
        <p:spPr>
          <a:xfrm>
            <a:off x="661475" y="2261989"/>
            <a:ext cx="6296860" cy="1240234"/>
          </a:xfrm>
          <a:prstGeom prst="roundRect">
            <a:avLst>
              <a:gd name="adj" fmla="val 13717"/>
            </a:avLst>
          </a:prstGeom>
          <a:solidFill>
            <a:srgbClr val="FFC4B3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2520057"/>
            <a:ext cx="295268" cy="2362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34756" y="2498229"/>
            <a:ext cx="3415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공지 검색기능과의 차이</a:t>
            </a:r>
            <a:endParaRPr lang="ko-KR" sz="1850" dirty="0"/>
          </a:p>
        </p:txBody>
      </p:sp>
      <p:sp>
        <p:nvSpPr>
          <p:cNvPr id="8" name="Text 3"/>
          <p:cNvSpPr/>
          <p:nvPr/>
        </p:nvSpPr>
        <p:spPr>
          <a:xfrm>
            <a:off x="1334756" y="2982516"/>
            <a:ext cx="604415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슈패스 사이트 공지사항 확인을 위해서는 사이트 로그인이 필요함</a:t>
            </a:r>
            <a:endParaRPr lang="ko-KR" sz="1450" dirty="0"/>
          </a:p>
        </p:txBody>
      </p:sp>
      <p:sp>
        <p:nvSpPr>
          <p:cNvPr id="9" name="Shape 4"/>
          <p:cNvSpPr/>
          <p:nvPr/>
        </p:nvSpPr>
        <p:spPr>
          <a:xfrm>
            <a:off x="661475" y="3714849"/>
            <a:ext cx="6296860" cy="1542653"/>
          </a:xfrm>
          <a:prstGeom prst="roundRect">
            <a:avLst>
              <a:gd name="adj" fmla="val 11028"/>
            </a:avLst>
          </a:prstGeom>
          <a:solidFill>
            <a:srgbClr val="FFC4B3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3972917"/>
            <a:ext cx="295268" cy="2362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34756" y="395108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정보 연동</a:t>
            </a:r>
            <a:endParaRPr lang="ko-KR" sz="1850" dirty="0"/>
          </a:p>
        </p:txBody>
      </p:sp>
      <p:sp>
        <p:nvSpPr>
          <p:cNvPr id="12" name="Text 6"/>
          <p:cNvSpPr/>
          <p:nvPr/>
        </p:nvSpPr>
        <p:spPr>
          <a:xfrm>
            <a:off x="1334756" y="4435376"/>
            <a:ext cx="54345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사용자가 텔레그램 챗봇에 계정 정보를 입력하면 공지 검색 기능을 사용할 수 있음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688"/>
            <a:ext cx="48624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학식 검색 기능</a:t>
            </a:r>
            <a:endParaRPr lang="ko-KR" sz="3300" dirty="0"/>
          </a:p>
        </p:txBody>
      </p:sp>
      <p:sp>
        <p:nvSpPr>
          <p:cNvPr id="3" name="Text 1"/>
          <p:cNvSpPr/>
          <p:nvPr/>
        </p:nvSpPr>
        <p:spPr>
          <a:xfrm>
            <a:off x="916560" y="1634232"/>
            <a:ext cx="3161328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학식 검색 기능</a:t>
            </a:r>
            <a:endParaRPr lang="ko-KR" sz="2000" dirty="0"/>
          </a:p>
        </p:txBody>
      </p:sp>
      <p:sp>
        <p:nvSpPr>
          <p:cNvPr id="4" name="Text 2"/>
          <p:cNvSpPr/>
          <p:nvPr/>
        </p:nvSpPr>
        <p:spPr>
          <a:xfrm>
            <a:off x="916560" y="2106315"/>
            <a:ext cx="497182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숭실대학교 생협 사이트에 올라온 학생식당 식단표를 기준으로 학식 메뉴를 알려주는 기능 추가</a:t>
            </a:r>
            <a:endParaRPr lang="ko-KR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659" y="1481137"/>
            <a:ext cx="4334560" cy="4656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248" y="94456"/>
            <a:ext cx="3264910" cy="6669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173387"/>
            <a:ext cx="593739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텔레그램 단축키를 이용한 UI 개선</a:t>
            </a:r>
            <a:endParaRPr lang="ko-KR" sz="2950" dirty="0"/>
          </a:p>
        </p:txBody>
      </p:sp>
      <p:sp>
        <p:nvSpPr>
          <p:cNvPr id="5" name="Shape 1"/>
          <p:cNvSpPr/>
          <p:nvPr/>
        </p:nvSpPr>
        <p:spPr>
          <a:xfrm>
            <a:off x="661475" y="2929334"/>
            <a:ext cx="6296860" cy="1542653"/>
          </a:xfrm>
          <a:prstGeom prst="roundRect">
            <a:avLst>
              <a:gd name="adj" fmla="val 11028"/>
            </a:avLst>
          </a:prstGeom>
          <a:solidFill>
            <a:srgbClr val="FFC4B3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187402"/>
            <a:ext cx="295268" cy="2362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34756" y="316557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즐겨찾기 버튼 추가</a:t>
            </a:r>
            <a:endParaRPr lang="ko-KR" sz="1850" dirty="0"/>
          </a:p>
        </p:txBody>
      </p:sp>
      <p:sp>
        <p:nvSpPr>
          <p:cNvPr id="8" name="Text 3"/>
          <p:cNvSpPr/>
          <p:nvPr/>
        </p:nvSpPr>
        <p:spPr>
          <a:xfrm>
            <a:off x="1334756" y="3649861"/>
            <a:ext cx="54345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사용자가 자주 사용하는 기능을 하단에 배치하여 편리하게 이용할 수 있음</a:t>
            </a:r>
            <a:endParaRPr lang="ko-KR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313362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시연</a:t>
            </a:r>
            <a:endParaRPr lang="ko-KR" sz="370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6314" y="3277790"/>
            <a:ext cx="4139066" cy="30241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lvl="0" indent="0" algn="l">
              <a:lnSpc>
                <a:spcPct val="133000"/>
              </a:lnSpc>
              <a:buNone/>
              <a:defRPr/>
            </a:pPr>
            <a:r>
              <a:rPr lang="ko-KR" altLang="en-US" sz="1450">
                <a:solidFill>
                  <a:srgbClr val="55575a"/>
                </a:solidFill>
                <a:latin typeface="Manrope"/>
                <a:ea typeface="Manrope"/>
                <a:cs typeface="Manrope"/>
              </a:rPr>
              <a:t>github 링크 </a:t>
            </a:r>
            <a:r>
              <a:rPr lang="ko-KR" altLang="en-US" sz="1450" u="sng">
                <a:solidFill>
                  <a:srgbClr val="ff7047"/>
                </a:solidFill>
                <a:latin typeface="Manrope"/>
                <a:ea typeface="Manrope"/>
                <a:cs typeface="Manrope"/>
              </a:rPr>
              <a:t>https://github.com/shshong/-</a:t>
            </a:r>
            <a:endParaRPr lang="ko-KR" sz="1450"/>
          </a:p>
        </p:txBody>
      </p:sp>
      <p:sp>
        <p:nvSpPr>
          <p:cNvPr id="4" name="Text 1"/>
          <p:cNvSpPr/>
          <p:nvPr/>
        </p:nvSpPr>
        <p:spPr>
          <a:xfrm>
            <a:off x="6332776" y="323998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lvl="0" indent="0" algn="l">
              <a:lnSpc>
                <a:spcPct val="104000"/>
              </a:lnSpc>
              <a:buNone/>
              <a:defRPr/>
            </a:pPr>
            <a:endParaRPr lang="en-US" sz="3700"/>
          </a:p>
        </p:txBody>
      </p:sp>
      <p:sp>
        <p:nvSpPr>
          <p:cNvPr id="5" name="Text 2"/>
          <p:cNvSpPr/>
          <p:nvPr/>
        </p:nvSpPr>
        <p:spPr>
          <a:xfrm>
            <a:off x="6332776" y="401964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lvl="0" indent="0" algn="l">
              <a:lnSpc>
                <a:spcPct val="133000"/>
              </a:lnSpc>
              <a:buNone/>
              <a:defRPr/>
            </a:pP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122</ep:Words>
  <ep:PresentationFormat>On-screen Show (16:9)</ep:PresentationFormat>
  <ep:Paragraphs>27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2026-06-07T07:27:34.000</dcterms:created>
  <cp:lastModifiedBy>samsung</cp:lastModifiedBy>
  <dcterms:modified xsi:type="dcterms:W3CDTF">2026-06-07T07:28:07.360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